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1031" autoAdjust="0"/>
  </p:normalViewPr>
  <p:slideViewPr>
    <p:cSldViewPr snapToGrid="0" snapToObjects="1">
      <p:cViewPr varScale="1">
        <p:scale>
          <a:sx n="122" d="100"/>
          <a:sy n="122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789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384048"/>
            <a:ext cx="21945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GHANA DATA SCIENCE SUMMIT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Foundations of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Python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11480" y="3108960"/>
            <a:ext cx="45720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Tutorial Facilitator : Kwadwo Oduro Twum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0972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" y="107899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in Data Teams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vs Analyst vs Data Scientist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267712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267712"/>
            <a:ext cx="10972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2340864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Data 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OLTP, OLAP, Batch, Streaming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529584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529584"/>
            <a:ext cx="10972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" y="3602736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" y="3986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Lifecycle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42428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Ingestion → Storage → Transform → Serving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1005840"/>
            <a:ext cx="10972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65192" y="107899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65192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in Orgs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vs Analytics contexts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267712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2267712"/>
            <a:ext cx="10972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65192" y="2340864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65192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5192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Fundamentals, file formats, code quality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529584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3529584"/>
            <a:ext cx="10972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65192" y="3602736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965192" y="3986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Logging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65192" y="42428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reliable pipelines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Who Does What on a Data Team?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96112"/>
            <a:ext cx="2816352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96112"/>
            <a:ext cx="2816352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96112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Data Engineer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6616" y="1444752"/>
            <a:ext cx="25786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Builds &amp; maintains pipelines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Manages data infrastructure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Ensures data quality &amp; availability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Enables analysts &amp; scientists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246120"/>
            <a:ext cx="263347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264408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40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Think: the plumber who makes sure water flows reliably to every tap 🔧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896112"/>
            <a:ext cx="2816352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896112"/>
            <a:ext cx="2816352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72968" y="896112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Data Analyst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00984" y="1444752"/>
            <a:ext cx="25786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Queries &amp; explores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Creates dashboards &amp;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Answers business questions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Communicates insights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4408" y="3246120"/>
            <a:ext cx="263347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3264408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40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Think: the journalist who turns raw facts into a compelling story 📊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17336" y="896112"/>
            <a:ext cx="2816352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17336" y="896112"/>
            <a:ext cx="2816352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17336" y="896112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Data Scientist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45352" y="1444752"/>
            <a:ext cx="25786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Builds ML/statistical models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Experiments &amp; tests hypotheses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Uses data to predict outcomes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Often relies on DE's pipelines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08776" y="3246120"/>
            <a:ext cx="263347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54496" y="3264408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40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Think: the chef who invents recipes—but needs the market (DE) to supply ingredients 🧪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OLTP vs OLAP: Two Very Different Jobs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50292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OLTP  —  Online Transaction 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5361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</a:rPr>
              <a:t>Purpose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08760" y="153619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Record real-time ops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03911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</a:rPr>
              <a:t>Examples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08760" y="203911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Stripe, Shopify DB, Postgres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5420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</a:rPr>
              <a:t>Queries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08760" y="254203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INSERT / UPDATE / SELECT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0449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</a:rPr>
              <a:t>Data shape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08760" y="304495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Normalized, row-based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35478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</a:rPr>
              <a:t>Latency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08760" y="354787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Milliseconds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40507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</a:rPr>
              <a:t>Real life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08760" y="405079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ATM transaction 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19472" y="914400"/>
            <a:ext cx="3931920" cy="39319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19472" y="914400"/>
            <a:ext cx="3931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OLAP  —  Online Analytical Processing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15361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Purpose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44768" y="153619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Analyse large datasets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203911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Examples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44768" y="203911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BigQuery, Snowflake, Redshift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25420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Queries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44768" y="254203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Aggregations, GROUP BY, JOINs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30449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Data shape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44768" y="304495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Denormalized, columnar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35478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Latency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44768" y="354787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Seconds to minutes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0" y="40507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Real life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44768" y="405079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Monthly sales report 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70248" y="2240280"/>
            <a:ext cx="603504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70248" y="224028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224528" y="26517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ETL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Batch vs Streaming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⏱  BATCH Processing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Process data in scheduled chunks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Runs hourly, daily, weekly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Lower infrastructure cost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Great for reports &amp; aggregates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2926080"/>
            <a:ext cx="3712464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3621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4037"/>
                </a:solidFill>
              </a:rPr>
              <a:t>🏦  Real life: Your bank sends you a statement once a month — that's batch!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19472" y="914400"/>
            <a:ext cx="393192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19472" y="914400"/>
            <a:ext cx="3931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STREAMING 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56632" y="1481328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Process events as they arrive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Near real-time (milliseconds)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Higher complexity &amp; cost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Fraud detection, live dashboards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926080"/>
            <a:ext cx="3712464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02352" y="2944368"/>
            <a:ext cx="3621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4037"/>
                </a:solidFill>
              </a:rPr>
              <a:t>💳  Real life: Uber calculates your surge pricing the instant demand spikes!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370832"/>
            <a:ext cx="8595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3708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Tools: Batch → Apache Spark, dbt, Airflow   |   Streaming → Apache Kafka, Flink, Spark Streaming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Data Lifecycle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A4AE"/>
                </a:solidFill>
              </a:rPr>
              <a:t>Every data pipeline follows these four stages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2029968" cy="3456432"/>
          </a:xfrm>
          <a:prstGeom prst="rect">
            <a:avLst/>
          </a:prstGeom>
          <a:solidFill>
            <a:srgbClr val="0D2035"/>
          </a:solidFill>
          <a:ln w="254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2029968" cy="56692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23444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 INGESTION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" y="1901952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Collect raw data from APIs, DBs, files, streams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2971800"/>
            <a:ext cx="1847088" cy="1508760"/>
          </a:xfrm>
          <a:prstGeom prst="rect">
            <a:avLst/>
          </a:prstGeom>
          <a:solidFill>
            <a:srgbClr val="1A2E40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29992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76D2"/>
                </a:solidFill>
              </a:rPr>
              <a:t>Example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3273552"/>
            <a:ext cx="175564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Pulling Paystack transaction logs via REST API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2331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1234440"/>
            <a:ext cx="2029968" cy="3456432"/>
          </a:xfrm>
          <a:prstGeom prst="rect">
            <a:avLst/>
          </a:prstGeom>
          <a:solidFill>
            <a:srgbClr val="0D2035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68880" y="1234440"/>
            <a:ext cx="2029968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123444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STORAGE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0" y="1901952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Land &amp; persist data in the right place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0" y="2971800"/>
            <a:ext cx="1847088" cy="1508760"/>
          </a:xfrm>
          <a:prstGeom prst="rect">
            <a:avLst/>
          </a:prstGeom>
          <a:solidFill>
            <a:srgbClr val="1A2E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0" y="29992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Example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3273552"/>
            <a:ext cx="175564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Storing raw CSVs in S3, structured data in Postgres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98848" y="2331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81728" y="1234440"/>
            <a:ext cx="2029968" cy="3456432"/>
          </a:xfrm>
          <a:prstGeom prst="rect">
            <a:avLst/>
          </a:prstGeom>
          <a:solidFill>
            <a:srgbClr val="0D2035"/>
          </a:solidFill>
          <a:ln w="254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81728" y="1234440"/>
            <a:ext cx="2029968" cy="56692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123444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 TRANSFORMATION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73168" y="1901952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Clean, model &amp; aggregate for use cases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73168" y="2971800"/>
            <a:ext cx="1847088" cy="1508760"/>
          </a:xfrm>
          <a:prstGeom prst="rect">
            <a:avLst/>
          </a:prstGeom>
          <a:solidFill>
            <a:srgbClr val="1A2E40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29992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</a:rPr>
              <a:t>Example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8888" y="3273552"/>
            <a:ext cx="175564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Running dbt models to calc monthly revenue KPIs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11696" y="2331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894576" y="1234440"/>
            <a:ext cx="2029968" cy="3456432"/>
          </a:xfrm>
          <a:prstGeom prst="rect">
            <a:avLst/>
          </a:prstGeom>
          <a:solidFill>
            <a:srgbClr val="0D2035"/>
          </a:solidFill>
          <a:ln w="254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94576" y="1234440"/>
            <a:ext cx="2029968" cy="5669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94576" y="123444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 SERVING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986016" y="1901952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 data to consumers (dashboards, APIs, ML)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86016" y="2971800"/>
            <a:ext cx="1847088" cy="1508760"/>
          </a:xfrm>
          <a:prstGeom prst="rect">
            <a:avLst/>
          </a:prstGeom>
          <a:solidFill>
            <a:srgbClr val="1A2E4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86016" y="29992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</a:rPr>
              <a:t>Example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31736" y="3273552"/>
            <a:ext cx="175564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Powering a Tableau report for the business team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Data Engineering in Product vs Analytics Orgs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3931920" cy="3931920"/>
          </a:xfrm>
          <a:prstGeom prst="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3931920" cy="475488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961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🏗️  Product Org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Embedded in product/engineering teams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Focus: reliability, scale, low latency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Works with software engineers closely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Pipelines feed product features (recs, fraud)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Metrics: uptime, latency, throughput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3566160"/>
            <a:ext cx="3712464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584448"/>
            <a:ext cx="3621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4037"/>
                </a:solidFill>
              </a:rPr>
              <a:t>e.g. Netflix DE team keeps recommendation pipeline running 24/7 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19472" y="896112"/>
            <a:ext cx="3931920" cy="39319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19472" y="896112"/>
            <a:ext cx="393192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8961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Analytics Org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56632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Centralized data / BI team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Focus: insight delivery, cost efficiency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Works with analysts and data scientists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Pipelines feed dashboards, reports,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Metrics: data freshness, query cost, coverage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3566160"/>
            <a:ext cx="3712464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02352" y="3584448"/>
            <a:ext cx="3621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4037"/>
                </a:solidFill>
              </a:rPr>
              <a:t>e.g. A telecoms DE team builds dashboards for exec team to monitor churn 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Visualizing Architectures: Lucid, Draw.io &amp; Miro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</a:rPr>
              <a:t>Data Engineers communicate system design with architecture diagrams. Learn the tools: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61488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6148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Lucidchart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847088" cy="2743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Web-based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" y="2304288"/>
            <a:ext cx="250545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Enterprise-grade diagramming. Drag-and-drop shapes, AWS/GCP icon libraries, real-time collaboration.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794760"/>
            <a:ext cx="2578608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813048"/>
            <a:ext cx="24871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Best for: technical architecture docs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1325880"/>
            <a:ext cx="2761488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18688" y="1325880"/>
            <a:ext cx="276148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18688" y="132588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Draw.io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75888" y="1920240"/>
            <a:ext cx="1847088" cy="27432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75888" y="19202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Free &amp; Open Source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46704" y="2304288"/>
            <a:ext cx="250545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Free, offline-capable, integrates with VS Code &amp; Confluence. Perfect for quick infra diagrams.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3794760"/>
            <a:ext cx="2578608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55848" y="3813048"/>
            <a:ext cx="24871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Best for: everyday pipeline diagrams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63056" y="1325880"/>
            <a:ext cx="2761488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63056" y="1325880"/>
            <a:ext cx="2761488" cy="502920"/>
          </a:xfrm>
          <a:prstGeom prst="rect">
            <a:avLst/>
          </a:prstGeom>
          <a:solidFill>
            <a:srgbClr val="EA4C89"/>
          </a:solidFill>
          <a:ln w="12700">
            <a:solidFill>
              <a:srgbClr val="EA4C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63056" y="132588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Miro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0256" y="1920240"/>
            <a:ext cx="1847088" cy="274320"/>
          </a:xfrm>
          <a:prstGeom prst="rect">
            <a:avLst/>
          </a:prstGeom>
          <a:solidFill>
            <a:srgbClr val="EA4C89">
              <a:alpha val="20000"/>
            </a:srgbClr>
          </a:solidFill>
          <a:ln w="12700">
            <a:solidFill>
              <a:srgbClr val="EA4C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0256" y="19202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4C89"/>
                </a:solidFill>
              </a:rPr>
              <a:t>Collaborative Whiteboard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91072" y="2304288"/>
            <a:ext cx="250545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Infinite canvas whiteboard. Great for workshops, brainstorming data flows, and team alignment.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54496" y="3794760"/>
            <a:ext cx="2578608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EA4C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0216" y="3813048"/>
            <a:ext cx="24871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Best for: whiteboarding sessions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28090"/>
                </a:solidFill>
              </a:rPr>
              <a:t>💡 Activity: Open Draw.io and sketch a simple ETL pipeline with 3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0" y="2743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💬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Group Discussion &amp; Activity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810512"/>
            <a:ext cx="2788920" cy="2999232"/>
          </a:xfrm>
          <a:prstGeom prst="rect">
            <a:avLst/>
          </a:prstGeom>
          <a:solidFill>
            <a:srgbClr val="0D2035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810512"/>
            <a:ext cx="2788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🤔  Role Clarity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2336" y="2359152"/>
            <a:ext cx="2542032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your current or target company, who is responsible for data pipelines? Is there overlap between DE and analytics?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810512"/>
            <a:ext cx="2788920" cy="2999232"/>
          </a:xfrm>
          <a:prstGeom prst="rect">
            <a:avLst/>
          </a:prstGeom>
          <a:solidFill>
            <a:srgbClr val="0D2035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810512"/>
            <a:ext cx="2788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18105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🗺️  Map a Pipeline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46704" y="2359152"/>
            <a:ext cx="2542032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Think of a real data flow you use (e.g. payments, attendance, sales). Sketch the 4 lifecycle stages for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810512"/>
            <a:ext cx="2788920" cy="2999232"/>
          </a:xfrm>
          <a:prstGeom prst="rect">
            <a:avLst/>
          </a:prstGeom>
          <a:solidFill>
            <a:srgbClr val="0D2035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63056" y="1810512"/>
            <a:ext cx="2788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63056" y="18105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🐍  Code Review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91072" y="2359152"/>
            <a:ext cx="2542032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the provided Python starter file. Identify: which functions are not modular? What error handling is missing?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⏱  10–15 minutes  |  Share back to the group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Takeaways &amp;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6052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416052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9611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What You Now Know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26464"/>
            <a:ext cx="391363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Data Engineers build the infrastructure everyone else relies 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OLTP handles transactions; OLAP handles analysis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Batch vs streaming is a tradeoff of cost and latency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All data flows: Ingest → Store → Transform → Serve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Python is the de facto language for modern pipelines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Modular, testable, and well-logged code prevents disasters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File formats matter: use Parquet for analytics at scale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96112"/>
            <a:ext cx="416052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96112"/>
            <a:ext cx="416052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89611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Keep Going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444752"/>
            <a:ext cx="896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Practice: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42432" y="144475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Build a pipeline: CSV → clean → Parquet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28032" y="1993392"/>
            <a:ext cx="896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Read: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42432" y="199339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Fundamentals of Data Engineering — Reis &amp; Housley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8032" y="2542032"/>
            <a:ext cx="896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Watch: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42432" y="254203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"What is a Data Pipeline?" — Data Engineering Podcast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3090672"/>
            <a:ext cx="896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Try: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42432" y="309067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dbt Core + DuckDB (free, local analytics stack)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3639312"/>
            <a:ext cx="896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Community: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42432" y="363931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DataTalks.Club — free DE zoomcamp online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4187952"/>
            <a:ext cx="896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Tools: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42432" y="418795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Apache Airflow (orchestration), Great Expectations (quality)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565C0">
              <a:alpha val="22000"/>
            </a:srgbClr>
          </a:solidFill>
          <a:ln w="12700">
            <a:solidFill>
              <a:srgbClr val="1565C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0" y="45720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00400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GHANA DATA SCIENCE SUMMIT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to build.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best data engineers aren't just coders 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they're systems thinkers who care about reliability.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4023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Questions? Let's discuss! 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464515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0A4AE"/>
                </a:solidFill>
              </a:rPr>
              <a:t>Slides, code samples &amp; resources shared on </a:t>
            </a:r>
            <a:r>
              <a:rPr lang="en-US" sz="1050" i="1" dirty="0" err="1">
                <a:solidFill>
                  <a:srgbClr val="90A4AE"/>
                </a:solidFill>
              </a:rPr>
              <a:t>github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6881</TotalTime>
  <Words>985</Words>
  <Application>Microsoft Office PowerPoint</Application>
  <PresentationFormat>On-screen Show (16:9)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of Data Engineering with Python</dc:title>
  <dc:subject>PptxGenJS Presentation</dc:subject>
  <dc:creator>PptxGenJS</dc:creator>
  <cp:lastModifiedBy>Twum Kwadwo Oduro</cp:lastModifiedBy>
  <cp:revision>3</cp:revision>
  <dcterms:created xsi:type="dcterms:W3CDTF">2026-05-27T10:37:34Z</dcterms:created>
  <dcterms:modified xsi:type="dcterms:W3CDTF">2026-06-24T09:34:50Z</dcterms:modified>
</cp:coreProperties>
</file>